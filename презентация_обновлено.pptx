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/>
    <p:restoredTop sz="94747"/>
  </p:normalViewPr>
  <p:slideViewPr>
    <p:cSldViewPr snapToGrid="0">
      <p:cViewPr>
        <p:scale>
          <a:sx n="107" d="100"/>
          <a:sy n="107" d="100"/>
        </p:scale>
        <p:origin x="66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F078C8-F291-412D-8D0C-06A48EEAECA4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A589C7F-6871-4746-BF3D-AF4B2554BAAB}">
      <dgm:prSet/>
      <dgm:spPr/>
      <dgm:t>
        <a:bodyPr/>
        <a:lstStyle/>
        <a:p>
          <a:r>
            <a:rPr lang="ru-RU"/>
            <a:t>Чтение библиотеки </a:t>
          </a:r>
          <a:r>
            <a:rPr lang="en-US"/>
            <a:t>KiCad</a:t>
          </a:r>
        </a:p>
      </dgm:t>
    </dgm:pt>
    <dgm:pt modelId="{59F41094-49C4-4114-8E96-C59226A82E8C}" type="parTrans" cxnId="{C457DF1B-80AD-47CA-94B3-1EC6AA75827D}">
      <dgm:prSet/>
      <dgm:spPr/>
      <dgm:t>
        <a:bodyPr/>
        <a:lstStyle/>
        <a:p>
          <a:endParaRPr lang="ru-RU"/>
        </a:p>
      </dgm:t>
    </dgm:pt>
    <dgm:pt modelId="{B1EBFE12-CADB-456D-B9E9-6C56800F4D8E}" type="sibTrans" cxnId="{C457DF1B-80AD-47CA-94B3-1EC6AA75827D}">
      <dgm:prSet/>
      <dgm:spPr/>
      <dgm:t>
        <a:bodyPr/>
        <a:lstStyle/>
        <a:p>
          <a:endParaRPr lang="ru-RU"/>
        </a:p>
      </dgm:t>
    </dgm:pt>
    <dgm:pt modelId="{682E3456-A6AC-4A54-92D3-C1F6FD52BB93}">
      <dgm:prSet/>
      <dgm:spPr/>
      <dgm:t>
        <a:bodyPr/>
        <a:lstStyle/>
        <a:p>
          <a:r>
            <a:rPr lang="ru-RU" dirty="0"/>
            <a:t>Извлечение УГО</a:t>
          </a:r>
        </a:p>
      </dgm:t>
    </dgm:pt>
    <dgm:pt modelId="{F2F8943B-8DA3-4077-9606-B37917D60D31}" type="parTrans" cxnId="{015B2545-8A2B-48FA-A16A-57BED662F1A7}">
      <dgm:prSet/>
      <dgm:spPr/>
      <dgm:t>
        <a:bodyPr/>
        <a:lstStyle/>
        <a:p>
          <a:endParaRPr lang="ru-RU"/>
        </a:p>
      </dgm:t>
    </dgm:pt>
    <dgm:pt modelId="{41C307F9-F744-4D9C-A0C6-0AD57C757712}" type="sibTrans" cxnId="{015B2545-8A2B-48FA-A16A-57BED662F1A7}">
      <dgm:prSet/>
      <dgm:spPr/>
      <dgm:t>
        <a:bodyPr/>
        <a:lstStyle/>
        <a:p>
          <a:endParaRPr lang="ru-RU"/>
        </a:p>
      </dgm:t>
    </dgm:pt>
    <dgm:pt modelId="{000E6F9C-8816-44E6-ACCF-8265A5650436}">
      <dgm:prSet/>
      <dgm:spPr/>
      <dgm:t>
        <a:bodyPr/>
        <a:lstStyle/>
        <a:p>
          <a:r>
            <a:rPr lang="ru-RU"/>
            <a:t>Извлечение </a:t>
          </a:r>
          <a:r>
            <a:rPr lang="en-US"/>
            <a:t>Footprint</a:t>
          </a:r>
        </a:p>
      </dgm:t>
    </dgm:pt>
    <dgm:pt modelId="{98926570-D485-4ECF-A5DB-8A1F740F5941}" type="parTrans" cxnId="{0D644892-2404-4266-AD28-EFF168632359}">
      <dgm:prSet/>
      <dgm:spPr/>
      <dgm:t>
        <a:bodyPr/>
        <a:lstStyle/>
        <a:p>
          <a:endParaRPr lang="ru-RU"/>
        </a:p>
      </dgm:t>
    </dgm:pt>
    <dgm:pt modelId="{9E0D9FD9-CD4C-418F-936C-46ACFA35907B}" type="sibTrans" cxnId="{0D644892-2404-4266-AD28-EFF168632359}">
      <dgm:prSet/>
      <dgm:spPr/>
      <dgm:t>
        <a:bodyPr/>
        <a:lstStyle/>
        <a:p>
          <a:endParaRPr lang="ru-RU"/>
        </a:p>
      </dgm:t>
    </dgm:pt>
    <dgm:pt modelId="{E5B78124-5C38-43D6-9214-D7DF3B5672A4}">
      <dgm:prSet/>
      <dgm:spPr/>
      <dgm:t>
        <a:bodyPr/>
        <a:lstStyle/>
        <a:p>
          <a:r>
            <a:rPr lang="ru-RU"/>
            <a:t>Извлечение 3</a:t>
          </a:r>
          <a:r>
            <a:rPr lang="en-US"/>
            <a:t>D-</a:t>
          </a:r>
          <a:r>
            <a:rPr lang="ru-RU"/>
            <a:t>моделей</a:t>
          </a:r>
        </a:p>
      </dgm:t>
    </dgm:pt>
    <dgm:pt modelId="{98910BAE-53A2-445E-A4F2-39BD5A2FE7D0}" type="parTrans" cxnId="{26B15EC9-A4DC-4CC1-95F5-CE807E25F26F}">
      <dgm:prSet/>
      <dgm:spPr/>
      <dgm:t>
        <a:bodyPr/>
        <a:lstStyle/>
        <a:p>
          <a:endParaRPr lang="ru-RU"/>
        </a:p>
      </dgm:t>
    </dgm:pt>
    <dgm:pt modelId="{2381A20A-FCD3-436D-9F25-3D1344DB0C66}" type="sibTrans" cxnId="{26B15EC9-A4DC-4CC1-95F5-CE807E25F26F}">
      <dgm:prSet/>
      <dgm:spPr/>
      <dgm:t>
        <a:bodyPr/>
        <a:lstStyle/>
        <a:p>
          <a:endParaRPr lang="ru-RU"/>
        </a:p>
      </dgm:t>
    </dgm:pt>
    <dgm:pt modelId="{7A7CF709-A1B5-42F4-8BCE-2A12B152A90B}">
      <dgm:prSet/>
      <dgm:spPr/>
      <dgm:t>
        <a:bodyPr/>
        <a:lstStyle/>
        <a:p>
          <a:r>
            <a:rPr lang="ru-RU"/>
            <a:t>Преобразование УГО в формат FreePCB2</a:t>
          </a:r>
        </a:p>
      </dgm:t>
    </dgm:pt>
    <dgm:pt modelId="{FB10B8DE-FE81-483B-BB16-0CA22A0F33B9}" type="parTrans" cxnId="{E90BCA81-F0D6-4B54-AFB1-62385758D695}">
      <dgm:prSet/>
      <dgm:spPr/>
      <dgm:t>
        <a:bodyPr/>
        <a:lstStyle/>
        <a:p>
          <a:endParaRPr lang="ru-RU"/>
        </a:p>
      </dgm:t>
    </dgm:pt>
    <dgm:pt modelId="{046FD7EE-78D0-498A-9A32-13292753BF9E}" type="sibTrans" cxnId="{E90BCA81-F0D6-4B54-AFB1-62385758D695}">
      <dgm:prSet/>
      <dgm:spPr/>
      <dgm:t>
        <a:bodyPr/>
        <a:lstStyle/>
        <a:p>
          <a:endParaRPr lang="ru-RU"/>
        </a:p>
      </dgm:t>
    </dgm:pt>
    <dgm:pt modelId="{35310A1C-6CE6-4DBB-9F65-A438ED3B8289}" type="pres">
      <dgm:prSet presAssocID="{A3F078C8-F291-412D-8D0C-06A48EEAECA4}" presName="Name0" presStyleCnt="0">
        <dgm:presLayoutVars>
          <dgm:dir/>
          <dgm:resizeHandles val="exact"/>
        </dgm:presLayoutVars>
      </dgm:prSet>
      <dgm:spPr/>
    </dgm:pt>
    <dgm:pt modelId="{FF3C0295-15C8-43BC-8071-91005C6C9029}" type="pres">
      <dgm:prSet presAssocID="{8A589C7F-6871-4746-BF3D-AF4B2554BAAB}" presName="parTxOnly" presStyleLbl="node1" presStyleIdx="0" presStyleCnt="5">
        <dgm:presLayoutVars>
          <dgm:bulletEnabled val="1"/>
        </dgm:presLayoutVars>
      </dgm:prSet>
      <dgm:spPr/>
    </dgm:pt>
    <dgm:pt modelId="{1A1C4655-2FBA-4D25-AE3E-56A42AD75FA3}" type="pres">
      <dgm:prSet presAssocID="{B1EBFE12-CADB-456D-B9E9-6C56800F4D8E}" presName="parSpace" presStyleCnt="0"/>
      <dgm:spPr/>
    </dgm:pt>
    <dgm:pt modelId="{EB3CDC36-D0CD-44F1-BAC1-11237AC3250B}" type="pres">
      <dgm:prSet presAssocID="{682E3456-A6AC-4A54-92D3-C1F6FD52BB93}" presName="parTxOnly" presStyleLbl="node1" presStyleIdx="1" presStyleCnt="5">
        <dgm:presLayoutVars>
          <dgm:bulletEnabled val="1"/>
        </dgm:presLayoutVars>
      </dgm:prSet>
      <dgm:spPr/>
    </dgm:pt>
    <dgm:pt modelId="{75B9F968-2F8A-4E83-98E7-F173C12EC88B}" type="pres">
      <dgm:prSet presAssocID="{41C307F9-F744-4D9C-A0C6-0AD57C757712}" presName="parSpace" presStyleCnt="0"/>
      <dgm:spPr/>
    </dgm:pt>
    <dgm:pt modelId="{3571A67B-7AAF-4FB0-9701-26EA103CCE58}" type="pres">
      <dgm:prSet presAssocID="{000E6F9C-8816-44E6-ACCF-8265A5650436}" presName="parTxOnly" presStyleLbl="node1" presStyleIdx="2" presStyleCnt="5">
        <dgm:presLayoutVars>
          <dgm:bulletEnabled val="1"/>
        </dgm:presLayoutVars>
      </dgm:prSet>
      <dgm:spPr/>
    </dgm:pt>
    <dgm:pt modelId="{4824E09B-F028-491A-9C4D-8853CA48050E}" type="pres">
      <dgm:prSet presAssocID="{9E0D9FD9-CD4C-418F-936C-46ACFA35907B}" presName="parSpace" presStyleCnt="0"/>
      <dgm:spPr/>
    </dgm:pt>
    <dgm:pt modelId="{895D0F97-A57F-4857-9AAF-9367AA518BF0}" type="pres">
      <dgm:prSet presAssocID="{E5B78124-5C38-43D6-9214-D7DF3B5672A4}" presName="parTxOnly" presStyleLbl="node1" presStyleIdx="3" presStyleCnt="5">
        <dgm:presLayoutVars>
          <dgm:bulletEnabled val="1"/>
        </dgm:presLayoutVars>
      </dgm:prSet>
      <dgm:spPr/>
    </dgm:pt>
    <dgm:pt modelId="{97471CC1-4AD7-43A4-8DFF-81B280B51252}" type="pres">
      <dgm:prSet presAssocID="{2381A20A-FCD3-436D-9F25-3D1344DB0C66}" presName="parSpace" presStyleCnt="0"/>
      <dgm:spPr/>
    </dgm:pt>
    <dgm:pt modelId="{ADAC3EB8-AB5B-4246-A947-7AD06D1E86BA}" type="pres">
      <dgm:prSet presAssocID="{7A7CF709-A1B5-42F4-8BCE-2A12B152A90B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C457DF1B-80AD-47CA-94B3-1EC6AA75827D}" srcId="{A3F078C8-F291-412D-8D0C-06A48EEAECA4}" destId="{8A589C7F-6871-4746-BF3D-AF4B2554BAAB}" srcOrd="0" destOrd="0" parTransId="{59F41094-49C4-4114-8E96-C59226A82E8C}" sibTransId="{B1EBFE12-CADB-456D-B9E9-6C56800F4D8E}"/>
    <dgm:cxn modelId="{54980929-C538-4180-A68B-E91BFA895863}" type="presOf" srcId="{7A7CF709-A1B5-42F4-8BCE-2A12B152A90B}" destId="{ADAC3EB8-AB5B-4246-A947-7AD06D1E86BA}" srcOrd="0" destOrd="0" presId="urn:microsoft.com/office/officeart/2005/8/layout/hChevron3"/>
    <dgm:cxn modelId="{015B2545-8A2B-48FA-A16A-57BED662F1A7}" srcId="{A3F078C8-F291-412D-8D0C-06A48EEAECA4}" destId="{682E3456-A6AC-4A54-92D3-C1F6FD52BB93}" srcOrd="1" destOrd="0" parTransId="{F2F8943B-8DA3-4077-9606-B37917D60D31}" sibTransId="{41C307F9-F744-4D9C-A0C6-0AD57C757712}"/>
    <dgm:cxn modelId="{B3B65667-60C1-475A-997A-67A54678A6D7}" type="presOf" srcId="{8A589C7F-6871-4746-BF3D-AF4B2554BAAB}" destId="{FF3C0295-15C8-43BC-8071-91005C6C9029}" srcOrd="0" destOrd="0" presId="urn:microsoft.com/office/officeart/2005/8/layout/hChevron3"/>
    <dgm:cxn modelId="{0B61EB78-CF41-412B-B688-57BEACAB8093}" type="presOf" srcId="{A3F078C8-F291-412D-8D0C-06A48EEAECA4}" destId="{35310A1C-6CE6-4DBB-9F65-A438ED3B8289}" srcOrd="0" destOrd="0" presId="urn:microsoft.com/office/officeart/2005/8/layout/hChevron3"/>
    <dgm:cxn modelId="{E90BCA81-F0D6-4B54-AFB1-62385758D695}" srcId="{A3F078C8-F291-412D-8D0C-06A48EEAECA4}" destId="{7A7CF709-A1B5-42F4-8BCE-2A12B152A90B}" srcOrd="4" destOrd="0" parTransId="{FB10B8DE-FE81-483B-BB16-0CA22A0F33B9}" sibTransId="{046FD7EE-78D0-498A-9A32-13292753BF9E}"/>
    <dgm:cxn modelId="{0D644892-2404-4266-AD28-EFF168632359}" srcId="{A3F078C8-F291-412D-8D0C-06A48EEAECA4}" destId="{000E6F9C-8816-44E6-ACCF-8265A5650436}" srcOrd="2" destOrd="0" parTransId="{98926570-D485-4ECF-A5DB-8A1F740F5941}" sibTransId="{9E0D9FD9-CD4C-418F-936C-46ACFA35907B}"/>
    <dgm:cxn modelId="{68497FB1-09AC-4EB3-A414-CE2A33851B51}" type="presOf" srcId="{682E3456-A6AC-4A54-92D3-C1F6FD52BB93}" destId="{EB3CDC36-D0CD-44F1-BAC1-11237AC3250B}" srcOrd="0" destOrd="0" presId="urn:microsoft.com/office/officeart/2005/8/layout/hChevron3"/>
    <dgm:cxn modelId="{877131B4-8AF7-4A27-BE50-C30250A7C796}" type="presOf" srcId="{E5B78124-5C38-43D6-9214-D7DF3B5672A4}" destId="{895D0F97-A57F-4857-9AAF-9367AA518BF0}" srcOrd="0" destOrd="0" presId="urn:microsoft.com/office/officeart/2005/8/layout/hChevron3"/>
    <dgm:cxn modelId="{26B15EC9-A4DC-4CC1-95F5-CE807E25F26F}" srcId="{A3F078C8-F291-412D-8D0C-06A48EEAECA4}" destId="{E5B78124-5C38-43D6-9214-D7DF3B5672A4}" srcOrd="3" destOrd="0" parTransId="{98910BAE-53A2-445E-A4F2-39BD5A2FE7D0}" sibTransId="{2381A20A-FCD3-436D-9F25-3D1344DB0C66}"/>
    <dgm:cxn modelId="{F149CCEC-DB26-4F18-933C-CCCBBAB1B77A}" type="presOf" srcId="{000E6F9C-8816-44E6-ACCF-8265A5650436}" destId="{3571A67B-7AAF-4FB0-9701-26EA103CCE58}" srcOrd="0" destOrd="0" presId="urn:microsoft.com/office/officeart/2005/8/layout/hChevron3"/>
    <dgm:cxn modelId="{2FBA6A26-22D6-4948-9C0E-337EC390CCC3}" type="presParOf" srcId="{35310A1C-6CE6-4DBB-9F65-A438ED3B8289}" destId="{FF3C0295-15C8-43BC-8071-91005C6C9029}" srcOrd="0" destOrd="0" presId="urn:microsoft.com/office/officeart/2005/8/layout/hChevron3"/>
    <dgm:cxn modelId="{68E35E1E-6D60-43D4-992B-BD1F9CC24BBD}" type="presParOf" srcId="{35310A1C-6CE6-4DBB-9F65-A438ED3B8289}" destId="{1A1C4655-2FBA-4D25-AE3E-56A42AD75FA3}" srcOrd="1" destOrd="0" presId="urn:microsoft.com/office/officeart/2005/8/layout/hChevron3"/>
    <dgm:cxn modelId="{CD210BA6-8A3C-49C9-B03B-813842977626}" type="presParOf" srcId="{35310A1C-6CE6-4DBB-9F65-A438ED3B8289}" destId="{EB3CDC36-D0CD-44F1-BAC1-11237AC3250B}" srcOrd="2" destOrd="0" presId="urn:microsoft.com/office/officeart/2005/8/layout/hChevron3"/>
    <dgm:cxn modelId="{F338BC62-A866-4565-92A3-D2E783418C60}" type="presParOf" srcId="{35310A1C-6CE6-4DBB-9F65-A438ED3B8289}" destId="{75B9F968-2F8A-4E83-98E7-F173C12EC88B}" srcOrd="3" destOrd="0" presId="urn:microsoft.com/office/officeart/2005/8/layout/hChevron3"/>
    <dgm:cxn modelId="{A2723702-2F53-4DC4-A81B-C0AD8815D15E}" type="presParOf" srcId="{35310A1C-6CE6-4DBB-9F65-A438ED3B8289}" destId="{3571A67B-7AAF-4FB0-9701-26EA103CCE58}" srcOrd="4" destOrd="0" presId="urn:microsoft.com/office/officeart/2005/8/layout/hChevron3"/>
    <dgm:cxn modelId="{F96FDD4A-D3B3-4ACF-8287-A979FEACBBBB}" type="presParOf" srcId="{35310A1C-6CE6-4DBB-9F65-A438ED3B8289}" destId="{4824E09B-F028-491A-9C4D-8853CA48050E}" srcOrd="5" destOrd="0" presId="urn:microsoft.com/office/officeart/2005/8/layout/hChevron3"/>
    <dgm:cxn modelId="{B44AE481-B3BB-404D-92C2-C0FDB284D11C}" type="presParOf" srcId="{35310A1C-6CE6-4DBB-9F65-A438ED3B8289}" destId="{895D0F97-A57F-4857-9AAF-9367AA518BF0}" srcOrd="6" destOrd="0" presId="urn:microsoft.com/office/officeart/2005/8/layout/hChevron3"/>
    <dgm:cxn modelId="{5BB80E0F-2BB6-419B-B7C1-61F5BCCEA056}" type="presParOf" srcId="{35310A1C-6CE6-4DBB-9F65-A438ED3B8289}" destId="{97471CC1-4AD7-43A4-8DFF-81B280B51252}" srcOrd="7" destOrd="0" presId="urn:microsoft.com/office/officeart/2005/8/layout/hChevron3"/>
    <dgm:cxn modelId="{0F5C3B9D-F06B-43A7-8F4F-C8107AE19B53}" type="presParOf" srcId="{35310A1C-6CE6-4DBB-9F65-A438ED3B8289}" destId="{ADAC3EB8-AB5B-4246-A947-7AD06D1E86BA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D57010-9BAE-4DC5-8C8B-4DD533ADF06B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8DA36D97-72DC-460C-8E3E-E1454E32C039}">
      <dgm:prSet phldrT="[Текст]"/>
      <dgm:spPr/>
      <dgm:t>
        <a:bodyPr/>
        <a:lstStyle/>
        <a:p>
          <a:r>
            <a:rPr lang="ru-RU" dirty="0"/>
            <a:t>Преобразование </a:t>
          </a:r>
          <a:r>
            <a:rPr lang="ru-RU" dirty="0" err="1"/>
            <a:t>Footprint</a:t>
          </a:r>
          <a:r>
            <a:rPr lang="ru-RU" dirty="0"/>
            <a:t> в формат FreePCB2</a:t>
          </a:r>
        </a:p>
      </dgm:t>
    </dgm:pt>
    <dgm:pt modelId="{6131A5D8-4DA8-4C13-8733-8D7CC1BCB1EF}" type="parTrans" cxnId="{52CA891A-7169-486C-8785-6F52CB7441B8}">
      <dgm:prSet/>
      <dgm:spPr/>
      <dgm:t>
        <a:bodyPr/>
        <a:lstStyle/>
        <a:p>
          <a:endParaRPr lang="ru-RU"/>
        </a:p>
      </dgm:t>
    </dgm:pt>
    <dgm:pt modelId="{4AE558B8-8DB8-4F8D-971C-4BB90B6CE524}" type="sibTrans" cxnId="{52CA891A-7169-486C-8785-6F52CB7441B8}">
      <dgm:prSet/>
      <dgm:spPr/>
      <dgm:t>
        <a:bodyPr/>
        <a:lstStyle/>
        <a:p>
          <a:endParaRPr lang="ru-RU"/>
        </a:p>
      </dgm:t>
    </dgm:pt>
    <dgm:pt modelId="{FC50A703-8120-466A-8C29-4EC3E1F42EBF}">
      <dgm:prSet/>
      <dgm:spPr/>
      <dgm:t>
        <a:bodyPr/>
        <a:lstStyle/>
        <a:p>
          <a:r>
            <a:rPr lang="ru-RU"/>
            <a:t>Преобразование путей 3</a:t>
          </a:r>
          <a:r>
            <a:rPr lang="en-US"/>
            <a:t>D-</a:t>
          </a:r>
          <a:r>
            <a:rPr lang="ru-RU"/>
            <a:t>моделей</a:t>
          </a:r>
        </a:p>
      </dgm:t>
    </dgm:pt>
    <dgm:pt modelId="{E6085489-3FC7-4E45-A88F-7AC9EB51D5F4}" type="parTrans" cxnId="{96EC21C6-9916-4284-BCD6-E27A51FFAC14}">
      <dgm:prSet/>
      <dgm:spPr/>
      <dgm:t>
        <a:bodyPr/>
        <a:lstStyle/>
        <a:p>
          <a:endParaRPr lang="ru-RU"/>
        </a:p>
      </dgm:t>
    </dgm:pt>
    <dgm:pt modelId="{089B2069-2259-4C95-9970-01DBBA1C9D3E}" type="sibTrans" cxnId="{96EC21C6-9916-4284-BCD6-E27A51FFAC14}">
      <dgm:prSet/>
      <dgm:spPr/>
      <dgm:t>
        <a:bodyPr/>
        <a:lstStyle/>
        <a:p>
          <a:endParaRPr lang="ru-RU"/>
        </a:p>
      </dgm:t>
    </dgm:pt>
    <dgm:pt modelId="{7AEA8A50-F4A6-4DE0-BEC2-79E328F80372}">
      <dgm:prSet/>
      <dgm:spPr/>
      <dgm:t>
        <a:bodyPr/>
        <a:lstStyle/>
        <a:p>
          <a:r>
            <a:rPr lang="ru-RU"/>
            <a:t>Формирование библиотеки </a:t>
          </a:r>
          <a:r>
            <a:rPr lang="en-US"/>
            <a:t>FreePCB2</a:t>
          </a:r>
        </a:p>
      </dgm:t>
    </dgm:pt>
    <dgm:pt modelId="{EAC1C8E8-8154-43C9-AFF3-9093166FD3DA}" type="parTrans" cxnId="{5CC5EED2-1CDA-408C-AE69-3721D1EC6D56}">
      <dgm:prSet/>
      <dgm:spPr/>
      <dgm:t>
        <a:bodyPr/>
        <a:lstStyle/>
        <a:p>
          <a:endParaRPr lang="ru-RU"/>
        </a:p>
      </dgm:t>
    </dgm:pt>
    <dgm:pt modelId="{A5B7E510-9A6C-4B46-A333-38CF518AB903}" type="sibTrans" cxnId="{5CC5EED2-1CDA-408C-AE69-3721D1EC6D56}">
      <dgm:prSet/>
      <dgm:spPr/>
      <dgm:t>
        <a:bodyPr/>
        <a:lstStyle/>
        <a:p>
          <a:endParaRPr lang="ru-RU"/>
        </a:p>
      </dgm:t>
    </dgm:pt>
    <dgm:pt modelId="{146B9469-27F6-4251-868B-885CE8819E09}">
      <dgm:prSet/>
      <dgm:spPr/>
      <dgm:t>
        <a:bodyPr/>
        <a:lstStyle/>
        <a:p>
          <a:r>
            <a:rPr lang="ru-RU"/>
            <a:t>Логирование ошибок</a:t>
          </a:r>
        </a:p>
      </dgm:t>
    </dgm:pt>
    <dgm:pt modelId="{47F9C188-4D75-428D-B433-0807C8D2D1EA}" type="parTrans" cxnId="{236A586F-C61D-4169-9A5C-A78AE580D63B}">
      <dgm:prSet/>
      <dgm:spPr/>
      <dgm:t>
        <a:bodyPr/>
        <a:lstStyle/>
        <a:p>
          <a:endParaRPr lang="ru-RU"/>
        </a:p>
      </dgm:t>
    </dgm:pt>
    <dgm:pt modelId="{A21CFFF4-6F97-4F5B-9FB7-3731744A5BFC}" type="sibTrans" cxnId="{236A586F-C61D-4169-9A5C-A78AE580D63B}">
      <dgm:prSet/>
      <dgm:spPr/>
      <dgm:t>
        <a:bodyPr/>
        <a:lstStyle/>
        <a:p>
          <a:endParaRPr lang="ru-RU"/>
        </a:p>
      </dgm:t>
    </dgm:pt>
    <dgm:pt modelId="{01D3E448-E4E0-409A-9C98-0436CD9D3AE7}">
      <dgm:prSet/>
      <dgm:spPr/>
      <dgm:t>
        <a:bodyPr/>
        <a:lstStyle/>
        <a:p>
          <a:r>
            <a:rPr lang="ru-RU"/>
            <a:t>Импорт в FreePCB2 и проверка</a:t>
          </a:r>
        </a:p>
      </dgm:t>
    </dgm:pt>
    <dgm:pt modelId="{D9E09827-EEEC-45BE-AF01-5039BF6EB5F6}" type="parTrans" cxnId="{8EE79BE4-783F-4231-81B3-2E1F49ABA01E}">
      <dgm:prSet/>
      <dgm:spPr/>
      <dgm:t>
        <a:bodyPr/>
        <a:lstStyle/>
        <a:p>
          <a:endParaRPr lang="ru-RU"/>
        </a:p>
      </dgm:t>
    </dgm:pt>
    <dgm:pt modelId="{2D64D87C-1312-433D-836C-5598E8D919A4}" type="sibTrans" cxnId="{8EE79BE4-783F-4231-81B3-2E1F49ABA01E}">
      <dgm:prSet/>
      <dgm:spPr/>
      <dgm:t>
        <a:bodyPr/>
        <a:lstStyle/>
        <a:p>
          <a:endParaRPr lang="ru-RU"/>
        </a:p>
      </dgm:t>
    </dgm:pt>
    <dgm:pt modelId="{189F93BD-612B-4C26-8B7C-5AC63BF9E93D}" type="pres">
      <dgm:prSet presAssocID="{15D57010-9BAE-4DC5-8C8B-4DD533ADF06B}" presName="Name0" presStyleCnt="0">
        <dgm:presLayoutVars>
          <dgm:dir/>
          <dgm:resizeHandles val="exact"/>
        </dgm:presLayoutVars>
      </dgm:prSet>
      <dgm:spPr/>
    </dgm:pt>
    <dgm:pt modelId="{6DD91691-8422-4641-A039-D728594B4ACA}" type="pres">
      <dgm:prSet presAssocID="{8DA36D97-72DC-460C-8E3E-E1454E32C039}" presName="parTxOnly" presStyleLbl="node1" presStyleIdx="0" presStyleCnt="5">
        <dgm:presLayoutVars>
          <dgm:bulletEnabled val="1"/>
        </dgm:presLayoutVars>
      </dgm:prSet>
      <dgm:spPr/>
    </dgm:pt>
    <dgm:pt modelId="{7E26F32E-A8FA-4B7F-BA61-91462239ABAB}" type="pres">
      <dgm:prSet presAssocID="{4AE558B8-8DB8-4F8D-971C-4BB90B6CE524}" presName="parSpace" presStyleCnt="0"/>
      <dgm:spPr/>
    </dgm:pt>
    <dgm:pt modelId="{44D4C384-D516-44A6-A07A-B4EFC2245223}" type="pres">
      <dgm:prSet presAssocID="{FC50A703-8120-466A-8C29-4EC3E1F42EBF}" presName="parTxOnly" presStyleLbl="node1" presStyleIdx="1" presStyleCnt="5">
        <dgm:presLayoutVars>
          <dgm:bulletEnabled val="1"/>
        </dgm:presLayoutVars>
      </dgm:prSet>
      <dgm:spPr/>
    </dgm:pt>
    <dgm:pt modelId="{BA8DC215-821B-49EE-A8A3-3D56BA13AEB2}" type="pres">
      <dgm:prSet presAssocID="{089B2069-2259-4C95-9970-01DBBA1C9D3E}" presName="parSpace" presStyleCnt="0"/>
      <dgm:spPr/>
    </dgm:pt>
    <dgm:pt modelId="{FB526657-5789-4804-BCEF-3C972CFFEDBB}" type="pres">
      <dgm:prSet presAssocID="{7AEA8A50-F4A6-4DE0-BEC2-79E328F80372}" presName="parTxOnly" presStyleLbl="node1" presStyleIdx="2" presStyleCnt="5">
        <dgm:presLayoutVars>
          <dgm:bulletEnabled val="1"/>
        </dgm:presLayoutVars>
      </dgm:prSet>
      <dgm:spPr/>
    </dgm:pt>
    <dgm:pt modelId="{CA963C60-D191-4929-8EAF-6813F2A0646A}" type="pres">
      <dgm:prSet presAssocID="{A5B7E510-9A6C-4B46-A333-38CF518AB903}" presName="parSpace" presStyleCnt="0"/>
      <dgm:spPr/>
    </dgm:pt>
    <dgm:pt modelId="{557699B0-1DE9-473E-A495-A95EBAE8388B}" type="pres">
      <dgm:prSet presAssocID="{146B9469-27F6-4251-868B-885CE8819E09}" presName="parTxOnly" presStyleLbl="node1" presStyleIdx="3" presStyleCnt="5">
        <dgm:presLayoutVars>
          <dgm:bulletEnabled val="1"/>
        </dgm:presLayoutVars>
      </dgm:prSet>
      <dgm:spPr/>
    </dgm:pt>
    <dgm:pt modelId="{996FCBC3-2347-4FC4-9E29-2BDF21159E61}" type="pres">
      <dgm:prSet presAssocID="{A21CFFF4-6F97-4F5B-9FB7-3731744A5BFC}" presName="parSpace" presStyleCnt="0"/>
      <dgm:spPr/>
    </dgm:pt>
    <dgm:pt modelId="{50FA8457-8FBE-4D51-887B-B6B922D8AC28}" type="pres">
      <dgm:prSet presAssocID="{01D3E448-E4E0-409A-9C98-0436CD9D3AE7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2CA891A-7169-486C-8785-6F52CB7441B8}" srcId="{15D57010-9BAE-4DC5-8C8B-4DD533ADF06B}" destId="{8DA36D97-72DC-460C-8E3E-E1454E32C039}" srcOrd="0" destOrd="0" parTransId="{6131A5D8-4DA8-4C13-8733-8D7CC1BCB1EF}" sibTransId="{4AE558B8-8DB8-4F8D-971C-4BB90B6CE524}"/>
    <dgm:cxn modelId="{AD090247-84FE-4C04-8417-05E5DB17E9F3}" type="presOf" srcId="{01D3E448-E4E0-409A-9C98-0436CD9D3AE7}" destId="{50FA8457-8FBE-4D51-887B-B6B922D8AC28}" srcOrd="0" destOrd="0" presId="urn:microsoft.com/office/officeart/2005/8/layout/hChevron3"/>
    <dgm:cxn modelId="{FB1B6D61-8610-4C90-88FC-9758B90C3154}" type="presOf" srcId="{146B9469-27F6-4251-868B-885CE8819E09}" destId="{557699B0-1DE9-473E-A495-A95EBAE8388B}" srcOrd="0" destOrd="0" presId="urn:microsoft.com/office/officeart/2005/8/layout/hChevron3"/>
    <dgm:cxn modelId="{236A586F-C61D-4169-9A5C-A78AE580D63B}" srcId="{15D57010-9BAE-4DC5-8C8B-4DD533ADF06B}" destId="{146B9469-27F6-4251-868B-885CE8819E09}" srcOrd="3" destOrd="0" parTransId="{47F9C188-4D75-428D-B433-0807C8D2D1EA}" sibTransId="{A21CFFF4-6F97-4F5B-9FB7-3731744A5BFC}"/>
    <dgm:cxn modelId="{5C2B4F8C-ED77-4C5D-9AF2-86A1B93EC343}" type="presOf" srcId="{FC50A703-8120-466A-8C29-4EC3E1F42EBF}" destId="{44D4C384-D516-44A6-A07A-B4EFC2245223}" srcOrd="0" destOrd="0" presId="urn:microsoft.com/office/officeart/2005/8/layout/hChevron3"/>
    <dgm:cxn modelId="{A730DE97-8258-4095-9B52-E48D31B7916C}" type="presOf" srcId="{15D57010-9BAE-4DC5-8C8B-4DD533ADF06B}" destId="{189F93BD-612B-4C26-8B7C-5AC63BF9E93D}" srcOrd="0" destOrd="0" presId="urn:microsoft.com/office/officeart/2005/8/layout/hChevron3"/>
    <dgm:cxn modelId="{96EC21C6-9916-4284-BCD6-E27A51FFAC14}" srcId="{15D57010-9BAE-4DC5-8C8B-4DD533ADF06B}" destId="{FC50A703-8120-466A-8C29-4EC3E1F42EBF}" srcOrd="1" destOrd="0" parTransId="{E6085489-3FC7-4E45-A88F-7AC9EB51D5F4}" sibTransId="{089B2069-2259-4C95-9970-01DBBA1C9D3E}"/>
    <dgm:cxn modelId="{5CC5EED2-1CDA-408C-AE69-3721D1EC6D56}" srcId="{15D57010-9BAE-4DC5-8C8B-4DD533ADF06B}" destId="{7AEA8A50-F4A6-4DE0-BEC2-79E328F80372}" srcOrd="2" destOrd="0" parTransId="{EAC1C8E8-8154-43C9-AFF3-9093166FD3DA}" sibTransId="{A5B7E510-9A6C-4B46-A333-38CF518AB903}"/>
    <dgm:cxn modelId="{8EE79BE4-783F-4231-81B3-2E1F49ABA01E}" srcId="{15D57010-9BAE-4DC5-8C8B-4DD533ADF06B}" destId="{01D3E448-E4E0-409A-9C98-0436CD9D3AE7}" srcOrd="4" destOrd="0" parTransId="{D9E09827-EEEC-45BE-AF01-5039BF6EB5F6}" sibTransId="{2D64D87C-1312-433D-836C-5598E8D919A4}"/>
    <dgm:cxn modelId="{54BCA7F0-3E30-48FB-B02F-E0D5145D5AD3}" type="presOf" srcId="{7AEA8A50-F4A6-4DE0-BEC2-79E328F80372}" destId="{FB526657-5789-4804-BCEF-3C972CFFEDBB}" srcOrd="0" destOrd="0" presId="urn:microsoft.com/office/officeart/2005/8/layout/hChevron3"/>
    <dgm:cxn modelId="{F444D3F8-5905-494C-9AFB-3C51D9ABBCDE}" type="presOf" srcId="{8DA36D97-72DC-460C-8E3E-E1454E32C039}" destId="{6DD91691-8422-4641-A039-D728594B4ACA}" srcOrd="0" destOrd="0" presId="urn:microsoft.com/office/officeart/2005/8/layout/hChevron3"/>
    <dgm:cxn modelId="{2C5B2E01-94A0-44A6-BC6E-D508FA154F47}" type="presParOf" srcId="{189F93BD-612B-4C26-8B7C-5AC63BF9E93D}" destId="{6DD91691-8422-4641-A039-D728594B4ACA}" srcOrd="0" destOrd="0" presId="urn:microsoft.com/office/officeart/2005/8/layout/hChevron3"/>
    <dgm:cxn modelId="{A5453A7E-C310-4648-8851-6EF5FEEE39F6}" type="presParOf" srcId="{189F93BD-612B-4C26-8B7C-5AC63BF9E93D}" destId="{7E26F32E-A8FA-4B7F-BA61-91462239ABAB}" srcOrd="1" destOrd="0" presId="urn:microsoft.com/office/officeart/2005/8/layout/hChevron3"/>
    <dgm:cxn modelId="{017A7C37-5590-497C-8343-7C5C7A8FBB16}" type="presParOf" srcId="{189F93BD-612B-4C26-8B7C-5AC63BF9E93D}" destId="{44D4C384-D516-44A6-A07A-B4EFC2245223}" srcOrd="2" destOrd="0" presId="urn:microsoft.com/office/officeart/2005/8/layout/hChevron3"/>
    <dgm:cxn modelId="{D1CE6CE6-151B-438E-9CF9-4E650EE092F1}" type="presParOf" srcId="{189F93BD-612B-4C26-8B7C-5AC63BF9E93D}" destId="{BA8DC215-821B-49EE-A8A3-3D56BA13AEB2}" srcOrd="3" destOrd="0" presId="urn:microsoft.com/office/officeart/2005/8/layout/hChevron3"/>
    <dgm:cxn modelId="{4382FC45-A181-4436-B78F-BB7EC677C8B8}" type="presParOf" srcId="{189F93BD-612B-4C26-8B7C-5AC63BF9E93D}" destId="{FB526657-5789-4804-BCEF-3C972CFFEDBB}" srcOrd="4" destOrd="0" presId="urn:microsoft.com/office/officeart/2005/8/layout/hChevron3"/>
    <dgm:cxn modelId="{24593818-FB5C-4255-B748-3175E6DBC6DA}" type="presParOf" srcId="{189F93BD-612B-4C26-8B7C-5AC63BF9E93D}" destId="{CA963C60-D191-4929-8EAF-6813F2A0646A}" srcOrd="5" destOrd="0" presId="urn:microsoft.com/office/officeart/2005/8/layout/hChevron3"/>
    <dgm:cxn modelId="{F1CFC465-344B-4839-A4FF-5183A3A4F80A}" type="presParOf" srcId="{189F93BD-612B-4C26-8B7C-5AC63BF9E93D}" destId="{557699B0-1DE9-473E-A495-A95EBAE8388B}" srcOrd="6" destOrd="0" presId="urn:microsoft.com/office/officeart/2005/8/layout/hChevron3"/>
    <dgm:cxn modelId="{72C7EEB0-84B1-4D02-88F0-37A0F6789B0F}" type="presParOf" srcId="{189F93BD-612B-4C26-8B7C-5AC63BF9E93D}" destId="{996FCBC3-2347-4FC4-9E29-2BDF21159E61}" srcOrd="7" destOrd="0" presId="urn:microsoft.com/office/officeart/2005/8/layout/hChevron3"/>
    <dgm:cxn modelId="{046E2EB8-339F-4048-BDBA-3FEDF38101B2}" type="presParOf" srcId="{189F93BD-612B-4C26-8B7C-5AC63BF9E93D}" destId="{50FA8457-8FBE-4D51-887B-B6B922D8AC28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C0295-15C8-43BC-8071-91005C6C9029}">
      <dsp:nvSpPr>
        <dsp:cNvPr id="0" name=""/>
        <dsp:cNvSpPr/>
      </dsp:nvSpPr>
      <dsp:spPr>
        <a:xfrm>
          <a:off x="1235" y="1294109"/>
          <a:ext cx="2409681" cy="9638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Чтение библиотеки </a:t>
          </a:r>
          <a:r>
            <a:rPr lang="en-US" sz="1400" kern="1200"/>
            <a:t>KiCad</a:t>
          </a:r>
        </a:p>
      </dsp:txBody>
      <dsp:txXfrm>
        <a:off x="1235" y="1294109"/>
        <a:ext cx="2168713" cy="963872"/>
      </dsp:txXfrm>
    </dsp:sp>
    <dsp:sp modelId="{EB3CDC36-D0CD-44F1-BAC1-11237AC3250B}">
      <dsp:nvSpPr>
        <dsp:cNvPr id="0" name=""/>
        <dsp:cNvSpPr/>
      </dsp:nvSpPr>
      <dsp:spPr>
        <a:xfrm>
          <a:off x="1928980" y="1294109"/>
          <a:ext cx="2409681" cy="9638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Извлечение УГО</a:t>
          </a:r>
        </a:p>
      </dsp:txBody>
      <dsp:txXfrm>
        <a:off x="2410916" y="1294109"/>
        <a:ext cx="1445809" cy="963872"/>
      </dsp:txXfrm>
    </dsp:sp>
    <dsp:sp modelId="{3571A67B-7AAF-4FB0-9701-26EA103CCE58}">
      <dsp:nvSpPr>
        <dsp:cNvPr id="0" name=""/>
        <dsp:cNvSpPr/>
      </dsp:nvSpPr>
      <dsp:spPr>
        <a:xfrm>
          <a:off x="3856725" y="1294109"/>
          <a:ext cx="2409681" cy="9638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Извлечение </a:t>
          </a:r>
          <a:r>
            <a:rPr lang="en-US" sz="1400" kern="1200"/>
            <a:t>Footprint</a:t>
          </a:r>
        </a:p>
      </dsp:txBody>
      <dsp:txXfrm>
        <a:off x="4338661" y="1294109"/>
        <a:ext cx="1445809" cy="963872"/>
      </dsp:txXfrm>
    </dsp:sp>
    <dsp:sp modelId="{895D0F97-A57F-4857-9AAF-9367AA518BF0}">
      <dsp:nvSpPr>
        <dsp:cNvPr id="0" name=""/>
        <dsp:cNvSpPr/>
      </dsp:nvSpPr>
      <dsp:spPr>
        <a:xfrm>
          <a:off x="5784470" y="1294109"/>
          <a:ext cx="2409681" cy="9638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Извлечение 3</a:t>
          </a:r>
          <a:r>
            <a:rPr lang="en-US" sz="1400" kern="1200"/>
            <a:t>D-</a:t>
          </a:r>
          <a:r>
            <a:rPr lang="ru-RU" sz="1400" kern="1200"/>
            <a:t>моделей</a:t>
          </a:r>
        </a:p>
      </dsp:txBody>
      <dsp:txXfrm>
        <a:off x="6266406" y="1294109"/>
        <a:ext cx="1445809" cy="963872"/>
      </dsp:txXfrm>
    </dsp:sp>
    <dsp:sp modelId="{ADAC3EB8-AB5B-4246-A947-7AD06D1E86BA}">
      <dsp:nvSpPr>
        <dsp:cNvPr id="0" name=""/>
        <dsp:cNvSpPr/>
      </dsp:nvSpPr>
      <dsp:spPr>
        <a:xfrm>
          <a:off x="7712215" y="1294109"/>
          <a:ext cx="2409681" cy="9638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Преобразование УГО в формат FreePCB2</a:t>
          </a:r>
        </a:p>
      </dsp:txBody>
      <dsp:txXfrm>
        <a:off x="8194151" y="1294109"/>
        <a:ext cx="1445809" cy="9638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91691-8422-4641-A039-D728594B4ACA}">
      <dsp:nvSpPr>
        <dsp:cNvPr id="0" name=""/>
        <dsp:cNvSpPr/>
      </dsp:nvSpPr>
      <dsp:spPr>
        <a:xfrm>
          <a:off x="1245" y="2223630"/>
          <a:ext cx="2428517" cy="97140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Преобразование </a:t>
          </a:r>
          <a:r>
            <a:rPr lang="ru-RU" sz="1500" kern="1200" dirty="0" err="1"/>
            <a:t>Footprint</a:t>
          </a:r>
          <a:r>
            <a:rPr lang="ru-RU" sz="1500" kern="1200" dirty="0"/>
            <a:t> в формат FreePCB2</a:t>
          </a:r>
        </a:p>
      </dsp:txBody>
      <dsp:txXfrm>
        <a:off x="1245" y="2223630"/>
        <a:ext cx="2185666" cy="971406"/>
      </dsp:txXfrm>
    </dsp:sp>
    <dsp:sp modelId="{44D4C384-D516-44A6-A07A-B4EFC2245223}">
      <dsp:nvSpPr>
        <dsp:cNvPr id="0" name=""/>
        <dsp:cNvSpPr/>
      </dsp:nvSpPr>
      <dsp:spPr>
        <a:xfrm>
          <a:off x="1944059" y="2223630"/>
          <a:ext cx="2428517" cy="9714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Преобразование путей 3</a:t>
          </a:r>
          <a:r>
            <a:rPr lang="en-US" sz="1500" kern="1200"/>
            <a:t>D-</a:t>
          </a:r>
          <a:r>
            <a:rPr lang="ru-RU" sz="1500" kern="1200"/>
            <a:t>моделей</a:t>
          </a:r>
        </a:p>
      </dsp:txBody>
      <dsp:txXfrm>
        <a:off x="2429762" y="2223630"/>
        <a:ext cx="1457111" cy="971406"/>
      </dsp:txXfrm>
    </dsp:sp>
    <dsp:sp modelId="{FB526657-5789-4804-BCEF-3C972CFFEDBB}">
      <dsp:nvSpPr>
        <dsp:cNvPr id="0" name=""/>
        <dsp:cNvSpPr/>
      </dsp:nvSpPr>
      <dsp:spPr>
        <a:xfrm>
          <a:off x="3886873" y="2223630"/>
          <a:ext cx="2428517" cy="9714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Формирование библиотеки </a:t>
          </a:r>
          <a:r>
            <a:rPr lang="en-US" sz="1500" kern="1200"/>
            <a:t>FreePCB2</a:t>
          </a:r>
        </a:p>
      </dsp:txBody>
      <dsp:txXfrm>
        <a:off x="4372576" y="2223630"/>
        <a:ext cx="1457111" cy="971406"/>
      </dsp:txXfrm>
    </dsp:sp>
    <dsp:sp modelId="{557699B0-1DE9-473E-A495-A95EBAE8388B}">
      <dsp:nvSpPr>
        <dsp:cNvPr id="0" name=""/>
        <dsp:cNvSpPr/>
      </dsp:nvSpPr>
      <dsp:spPr>
        <a:xfrm>
          <a:off x="5829687" y="2223630"/>
          <a:ext cx="2428517" cy="9714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Логирование ошибок</a:t>
          </a:r>
        </a:p>
      </dsp:txBody>
      <dsp:txXfrm>
        <a:off x="6315390" y="2223630"/>
        <a:ext cx="1457111" cy="971406"/>
      </dsp:txXfrm>
    </dsp:sp>
    <dsp:sp modelId="{50FA8457-8FBE-4D51-887B-B6B922D8AC28}">
      <dsp:nvSpPr>
        <dsp:cNvPr id="0" name=""/>
        <dsp:cNvSpPr/>
      </dsp:nvSpPr>
      <dsp:spPr>
        <a:xfrm>
          <a:off x="7772501" y="2223630"/>
          <a:ext cx="2428517" cy="9714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Импорт в FreePCB2 и проверка</a:t>
          </a:r>
        </a:p>
      </dsp:txBody>
      <dsp:txXfrm>
        <a:off x="8258204" y="2223630"/>
        <a:ext cx="1457111" cy="971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pt)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2288682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latin typeface="HSE Sans" panose="02000000000000000000" pitchFamily="2" charset="0"/>
              </a:rPr>
              <a:t>Название факультета</a:t>
            </a:r>
            <a:br>
              <a:rPr lang="ru-RU" sz="1600" dirty="0">
                <a:latin typeface="HSE Sans" panose="02000000000000000000" pitchFamily="2" charset="0"/>
              </a:rPr>
            </a:br>
            <a:r>
              <a:rPr lang="ru-RU" sz="1600" dirty="0">
                <a:latin typeface="HSE Sans" panose="02000000000000000000" pitchFamily="2" charset="0"/>
              </a:rPr>
              <a:t>в две строки (16 </a:t>
            </a:r>
            <a:r>
              <a:rPr lang="en-GB" sz="16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28262788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798C6166-01E6-3A4D-3611-967AEA952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380093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екст_1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3" name="Текст 37">
            <a:extLst>
              <a:ext uri="{FF2B5EF4-FFF2-40B4-BE49-F238E27FC236}">
                <a16:creationId xmlns:a16="http://schemas.microsoft.com/office/drawing/2014/main" id="{ADCA6769-713A-C49E-92DE-E9D735177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C193-8C8A-222F-D79E-2AE23A67B14E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7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</p:spPr>
        <p:txBody>
          <a:bodyPr lIns="0" tIns="0" rIns="0" numCol="3" spcCol="2520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1F48D50A-A262-1C9D-B595-6E723440F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DC289-A346-6D52-728C-DBDB0625F3E3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54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0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екст_3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56B6ECB-F8B4-2DEC-3445-0731D1329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8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диаграммы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947BE6C6-911D-97B1-9FF0-E56E76CE1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8F2F7-F867-3733-221D-9105DBD76686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62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диаграммы</a:t>
            </a: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BAA2ABD2-5DD0-5891-721C-8C35607EF2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1CE61-AEA2-6B2E-A6BA-E1FCC0F30308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90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E37F1E9B-DA02-8B04-5D66-6E70B18F87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3964B-EB89-8BAB-E7B2-D61619F5CBD2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77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таблицы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F9D02078-C44D-FDC7-F016-AAA697B369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842E0-94A4-7C95-6167-A4343D4F4EBC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256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</a:t>
            </a:r>
            <a:b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набирается меньшим кеглем, чем заголовок (16</a:t>
            </a:r>
            <a:r>
              <a:rPr lang="en-US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таблицы</a:t>
            </a:r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A4F7150B-29F6-E02B-DF03-A6CF1DAE1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D227-70C3-C589-760B-7B2358309F01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511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817FAA25-7AFF-120D-E11E-23900BC36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7A0B-4041-FA0E-8E19-B1E358B43497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1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истый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" name="Текст 37">
            <a:extLst>
              <a:ext uri="{FF2B5EF4-FFF2-40B4-BE49-F238E27FC236}">
                <a16:creationId xmlns:a16="http://schemas.microsoft.com/office/drawing/2014/main" id="{54F64357-E931-2C80-4961-FDAC6AD52A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Заголовок 31">
            <a:extLst>
              <a:ext uri="{FF2B5EF4-FFF2-40B4-BE49-F238E27FC236}">
                <a16:creationId xmlns:a16="http://schemas.microsoft.com/office/drawing/2014/main" id="{B4ECCF55-736F-5DD2-72AF-D683B18FE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48259-00E8-7932-5CD7-1A445FA86E5D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6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чистый_2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04E4D2A-55A2-2F42-5D5C-467DF3CA9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Текст 37">
            <a:extLst>
              <a:ext uri="{FF2B5EF4-FFF2-40B4-BE49-F238E27FC236}">
                <a16:creationId xmlns:a16="http://schemas.microsoft.com/office/drawing/2014/main" id="{46122766-31E7-B290-0B7D-277417BEA3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6" name="Заголовок 31">
            <a:extLst>
              <a:ext uri="{FF2B5EF4-FFF2-40B4-BE49-F238E27FC236}">
                <a16:creationId xmlns:a16="http://schemas.microsoft.com/office/drawing/2014/main" id="{7A60AC51-9662-2A08-7297-1D1D3632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49F95-69E0-D3A2-1DD8-AED9B6E77AFE}"/>
              </a:ext>
            </a:extLst>
          </p:cNvPr>
          <p:cNvSpPr txBox="1"/>
          <p:nvPr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163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ист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4EF4727E-E2C9-E01B-F8F7-345AD903B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40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чистый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70409579-9A00-AFB8-5E22-CD53B201BC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35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44F3E8-4F0A-4F83-8065-2CCA971BC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A8A770-6811-4644-9D72-1737D96D1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F49435-9729-4D56-B7CA-7FA1091C0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D1EF9-D380-431A-96BE-F40247542F7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0F985-D9E1-4264-84C3-6A5DA93C9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CCC22-CFD1-4A75-94D8-90A6C177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276F-23DE-4F5E-B6F5-0F1B772FE6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064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61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38BDAFE-B0B1-4073-BCEE-BFEF6066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3C4787-43AC-4A4E-A683-7DBA7FBDFE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МИЭМ НИУ ВШЭ им. А.Н. Тихонова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8382082-B12E-4002-ABE8-D65F928F3365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Москва, 2025/2026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11F431B-8A0B-47E8-91EF-BFEEDD2A10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Представление проекта</a:t>
            </a:r>
          </a:p>
        </p:txBody>
      </p:sp>
      <p:pic>
        <p:nvPicPr>
          <p:cNvPr id="9" name="Google Shape;253;p28" title="upscaled_denoised_sharpened_image.png">
            <a:extLst>
              <a:ext uri="{FF2B5EF4-FFF2-40B4-BE49-F238E27FC236}">
                <a16:creationId xmlns:a16="http://schemas.microsoft.com/office/drawing/2014/main" id="{E5B8F6CE-7259-4B98-A04E-BEF97D12B91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98261" y="1133459"/>
            <a:ext cx="2132401" cy="435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5422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6638A6A5-B1F8-4A14-A36E-BBC7B123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Руководитель, команда и заказчик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5020DC81-34A9-4681-B32A-FE1D2151F5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AFAF99E-28CB-4219-8B5B-F542723C4AA2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85788" y="3614241"/>
            <a:ext cx="449616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Руководитель проекта: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Желтов Роман Леонидович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Заказчик: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ПАО «РКК «Энергия»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B2176E2-479A-4E63-AA6B-9F319F026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888" y="3198742"/>
            <a:ext cx="474625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b="1" dirty="0">
                <a:solidFill>
                  <a:schemeClr val="tx1"/>
                </a:solidFill>
                <a:latin typeface="Arial" panose="020B0604020202020204" pitchFamily="34" charset="0"/>
              </a:rPr>
              <a:t>Руководитель проекта: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Желтов Роман Леонидович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b="1" dirty="0">
                <a:solidFill>
                  <a:schemeClr val="tx1"/>
                </a:solidFill>
                <a:latin typeface="Arial" panose="020B0604020202020204" pitchFamily="34" charset="0"/>
              </a:rPr>
              <a:t>Команда проекта:</a:t>
            </a: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Ананьев Егор Андреевич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Шмарин Артём Алексеевич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b="1" dirty="0">
                <a:solidFill>
                  <a:schemeClr val="tx1"/>
                </a:solidFill>
                <a:latin typeface="Arial" panose="020B0604020202020204" pitchFamily="34" charset="0"/>
              </a:rPr>
              <a:t>Заказчик: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ПАО «РКК «Энергия»</a:t>
            </a:r>
          </a:p>
        </p:txBody>
      </p:sp>
    </p:spTree>
    <p:extLst>
      <p:ext uri="{BB962C8B-B14F-4D97-AF65-F5344CB8AC3E}">
        <p14:creationId xmlns:p14="http://schemas.microsoft.com/office/powerpoint/2010/main" val="2164263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835BC2-9AF4-C994-A4B6-482AEA582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872" y="3736027"/>
            <a:ext cx="4460230" cy="1958483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6638A6A5-B1F8-4A14-A36E-BBC7B123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Описание проекта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5020DC81-34A9-4681-B32A-FE1D2151F5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5C271-3FD0-4140-B21B-C5E99F7520F9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85788" y="2367747"/>
            <a:ext cx="47462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разрабатывается: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программный конвертер библиотек электронных компонентов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Откуда → куда: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KiCad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FreePCB2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Схематор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ПлатФорм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переносится: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Условные графические обозначения (УГО)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Посадочные места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Footprint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3D-модели компонентов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Зачем: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автоматизация пополнения библиотек отечественной САПР</a:t>
            </a:r>
          </a:p>
        </p:txBody>
      </p:sp>
      <p:pic>
        <p:nvPicPr>
          <p:cNvPr id="9" name="Picture 2" descr="схемАтор &amp; платФорм">
            <a:extLst>
              <a:ext uri="{FF2B5EF4-FFF2-40B4-BE49-F238E27FC236}">
                <a16:creationId xmlns:a16="http://schemas.microsoft.com/office/drawing/2014/main" id="{DD72E6BC-A8E9-5850-6062-78136ACAD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129" y="2950039"/>
            <a:ext cx="1949700" cy="1131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DFB26CC-2069-4539-A2D8-78031432DCC5}"/>
              </a:ext>
            </a:extLst>
          </p:cNvPr>
          <p:cNvSpPr/>
          <p:nvPr/>
        </p:nvSpPr>
        <p:spPr>
          <a:xfrm>
            <a:off x="5003651" y="4075907"/>
            <a:ext cx="22969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srgbClr val="0E2D69"/>
                </a:solidFill>
                <a:latin typeface="HSE Sans" panose="02000000000000000000" pitchFamily="50" charset="-52"/>
              </a:rPr>
              <a:t>Схематор</a:t>
            </a:r>
            <a:r>
              <a:rPr lang="ru-RU" dirty="0">
                <a:solidFill>
                  <a:srgbClr val="0E2D69"/>
                </a:solidFill>
                <a:latin typeface="HSE Sans" panose="02000000000000000000" pitchFamily="50" charset="-52"/>
              </a:rPr>
              <a:t> &amp; </a:t>
            </a:r>
            <a:endParaRPr lang="en-US" dirty="0">
              <a:solidFill>
                <a:srgbClr val="0E2D69"/>
              </a:solidFill>
              <a:latin typeface="HSE Sans" panose="02000000000000000000" pitchFamily="50" charset="-52"/>
            </a:endParaRPr>
          </a:p>
          <a:p>
            <a:r>
              <a:rPr lang="ru-RU" dirty="0" err="1">
                <a:solidFill>
                  <a:srgbClr val="0E2D69"/>
                </a:solidFill>
                <a:latin typeface="HSE Sans" panose="02000000000000000000" pitchFamily="50" charset="-52"/>
              </a:rPr>
              <a:t>ПлатФорм</a:t>
            </a:r>
            <a:r>
              <a:rPr lang="ru-RU" dirty="0">
                <a:solidFill>
                  <a:srgbClr val="0E2D69"/>
                </a:solidFill>
                <a:latin typeface="HSE Sans" panose="02000000000000000000" pitchFamily="50" charset="-52"/>
              </a:rPr>
              <a:t> (FreePCB2)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1C0876-16D0-B48C-FBA5-A9C7DC949A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872" y="1597529"/>
            <a:ext cx="4460230" cy="19685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212C6F-4625-476B-AC27-0191C3B93519}"/>
              </a:ext>
            </a:extLst>
          </p:cNvPr>
          <p:cNvSpPr txBox="1"/>
          <p:nvPr/>
        </p:nvSpPr>
        <p:spPr>
          <a:xfrm>
            <a:off x="8558067" y="5727979"/>
            <a:ext cx="2181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E2D69"/>
                </a:solidFill>
                <a:latin typeface="HSE Sans" panose="02000000000000000000" pitchFamily="50" charset="-52"/>
              </a:rPr>
              <a:t>Структура каталогов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9952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74202B5-22E2-437E-B85B-F8B0EE09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7C1258-1036-4E7D-AA2E-B1FC28EC9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016976"/>
            <a:ext cx="5245561" cy="3393234"/>
          </a:xfrm>
        </p:spPr>
        <p:txBody>
          <a:bodyPr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В России растёт потребность в отечественных САПР (FreePCB2)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Библиотеки FreePCB2 значительно меньше, чем в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KiCad</a:t>
            </a: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Ручной перенос библиотек — долго, трудоёмко, с ошибками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Готовое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open-source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решение для миграции отсутствует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Конвертер ускорит переход на отечественное ПО без потери накопленных библиотек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76652B-7701-4DB8-8524-E6F6F2E0A4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319DDD2-2036-40D9-A7B3-B8AB89C94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2C161F-2FE6-7572-5486-2E5A788B9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458" y="2444293"/>
            <a:ext cx="5658037" cy="242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2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17F9311-B88D-4B4F-BBD4-279C5AEF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задачи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D1426E-2B04-4A82-8C08-38267A162D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224815"/>
            <a:ext cx="5245561" cy="409147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ru-RU" sz="1800" b="1" dirty="0"/>
              <a:t>Цель:</a:t>
            </a:r>
            <a:br>
              <a:rPr lang="ru-RU" sz="1800" dirty="0"/>
            </a:br>
            <a:r>
              <a:rPr lang="ru-RU" sz="1800" dirty="0"/>
              <a:t>Разработка автоматизированного конвертера библиотек </a:t>
            </a:r>
            <a:r>
              <a:rPr lang="ru-RU" sz="1800" dirty="0" err="1"/>
              <a:t>KiCad</a:t>
            </a:r>
            <a:r>
              <a:rPr lang="ru-RU" sz="1800" dirty="0"/>
              <a:t> → FreePCB2 для расширения библиотечной базы отечественной САПР.</a:t>
            </a:r>
          </a:p>
          <a:p>
            <a:pPr>
              <a:spcBef>
                <a:spcPts val="600"/>
              </a:spcBef>
            </a:pPr>
            <a:r>
              <a:rPr lang="ru-RU" sz="1800" b="1" dirty="0"/>
              <a:t>Задачи:</a:t>
            </a:r>
            <a:endParaRPr lang="ru-RU" sz="1800" dirty="0"/>
          </a:p>
          <a:p>
            <a:pPr>
              <a:spcBef>
                <a:spcPts val="600"/>
              </a:spcBef>
            </a:pPr>
            <a:r>
              <a:rPr lang="ru-RU" sz="1800" dirty="0"/>
              <a:t>Изучить форматы </a:t>
            </a:r>
            <a:r>
              <a:rPr lang="ru-RU" sz="1800" dirty="0" err="1"/>
              <a:t>KiCad</a:t>
            </a:r>
            <a:r>
              <a:rPr lang="ru-RU" sz="1800" dirty="0"/>
              <a:t> (УГО, </a:t>
            </a:r>
            <a:r>
              <a:rPr lang="ru-RU" sz="1800" dirty="0" err="1"/>
              <a:t>Footprint</a:t>
            </a:r>
            <a:r>
              <a:rPr lang="ru-RU" sz="1800" dirty="0"/>
              <a:t>, 3D)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Изучить форматы FreePCB2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Разработать алгоритмы преобразования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Реализовать модули чтения, конвертации и записи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Выполнить тестовую конвертацию реальных библиотек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Проверить корректность отображения в FreePCB2</a:t>
            </a:r>
          </a:p>
          <a:p>
            <a:pPr>
              <a:spcBef>
                <a:spcPts val="600"/>
              </a:spcBef>
            </a:pPr>
            <a:endParaRPr lang="ru-RU" sz="1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240689-510C-4434-B934-6B77B0C659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D721D6-5836-BF04-0126-B1E1FCF5D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482" y="2254549"/>
            <a:ext cx="6285095" cy="25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39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EA43B31-1B47-43A5-86BB-F0A18488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Образ конечного результата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B3DDB7-C0EC-4307-8F25-FFF8E061AE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245561" cy="3889252"/>
          </a:xfrm>
        </p:spPr>
        <p:txBody>
          <a:bodyPr>
            <a:normAutofit/>
          </a:bodyPr>
          <a:lstStyle/>
          <a:p>
            <a:r>
              <a:rPr lang="ru-RU" sz="1800" b="1" dirty="0"/>
              <a:t>Что получим:</a:t>
            </a:r>
            <a:endParaRPr lang="ru-RU" sz="1800" dirty="0"/>
          </a:p>
          <a:p>
            <a:r>
              <a:rPr lang="ru-RU" sz="1800" dirty="0"/>
              <a:t>Рабочий конвертер (</a:t>
            </a:r>
            <a:r>
              <a:rPr lang="ru-RU" sz="1800" dirty="0" err="1"/>
              <a:t>KiCad</a:t>
            </a:r>
            <a:r>
              <a:rPr lang="ru-RU" sz="1800" dirty="0"/>
              <a:t> → FreePCB2)</a:t>
            </a:r>
          </a:p>
          <a:p>
            <a:r>
              <a:rPr lang="ru-RU" sz="1800" dirty="0"/>
              <a:t>Пример успешно перенесённой библиотеки компонентов</a:t>
            </a:r>
          </a:p>
          <a:p>
            <a:r>
              <a:rPr lang="ru-RU" sz="1800" dirty="0"/>
              <a:t>УГО, </a:t>
            </a:r>
            <a:r>
              <a:rPr lang="ru-RU" sz="1800" dirty="0" err="1"/>
              <a:t>Footprint</a:t>
            </a:r>
            <a:r>
              <a:rPr lang="ru-RU" sz="1800" dirty="0"/>
              <a:t> и 3D-модели, корректно отображаемые в «</a:t>
            </a:r>
            <a:r>
              <a:rPr lang="ru-RU" sz="1800" dirty="0" err="1"/>
              <a:t>Схематоре</a:t>
            </a:r>
            <a:r>
              <a:rPr lang="ru-RU" sz="1800" dirty="0"/>
              <a:t>» и «</a:t>
            </a:r>
            <a:r>
              <a:rPr lang="ru-RU" sz="1800" dirty="0" err="1"/>
              <a:t>ПлатФорм</a:t>
            </a:r>
            <a:r>
              <a:rPr lang="ru-RU" sz="1800" dirty="0"/>
              <a:t>»</a:t>
            </a:r>
          </a:p>
          <a:p>
            <a:r>
              <a:rPr lang="ru-RU" sz="1800" dirty="0"/>
              <a:t>Журнал работы с ошибками и предупреждениями</a:t>
            </a:r>
          </a:p>
          <a:p>
            <a:r>
              <a:rPr lang="ru-RU" sz="1800" b="1" dirty="0"/>
              <a:t>Визуализация:</a:t>
            </a:r>
            <a:endParaRPr lang="ru-RU" sz="1800" dirty="0"/>
          </a:p>
          <a:p>
            <a:r>
              <a:rPr lang="ru-RU" sz="1800" dirty="0" err="1"/>
              <a:t>KiCad</a:t>
            </a:r>
            <a:r>
              <a:rPr lang="ru-RU" sz="1800" dirty="0"/>
              <a:t> → FreePCB2 (схема)</a:t>
            </a:r>
          </a:p>
          <a:p>
            <a:r>
              <a:rPr lang="ru-RU" sz="1800" dirty="0"/>
              <a:t>Сравнение библиотек до и после</a:t>
            </a:r>
          </a:p>
          <a:p>
            <a:endParaRPr lang="ru-RU" sz="1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C8A3D1D-99D8-4C8A-8E4E-6E95758B23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B78D54-8369-DA6D-FD1B-472C3E05E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888" y="980374"/>
            <a:ext cx="4522317" cy="27985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773AE8-E358-2C2C-67D8-0EFAD3E50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852" y="3789241"/>
            <a:ext cx="4560153" cy="282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3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93897E2-0B1F-4165-A9AE-C5DEBDC8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Этапы достижения результата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0F454F-3797-41FE-B9FA-2D7265791B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  <a:endParaRPr lang="ru-RU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21D36F2-F01D-4A3A-B6D8-E723D257D708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85897" y="2645119"/>
            <a:ext cx="51446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Анализ форматов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KiCad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Анализ форматов FreePCB2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Проектирование архитектуры конвертера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Разработка модуля чтения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KiCad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Разработка модуля конвертации УГО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Разработка модуля конвертации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Footprint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Разработка модуля обработки 3D-моделей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Генерация библиотек FreePCB2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Тестирование и отладка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Подготовка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579748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5121C8A-A88C-49AE-8AB0-5BF1A7461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системы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7DF9017-9BA2-4AC9-9332-A7CA755533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  <a:endParaRPr lang="ru-RU" dirty="0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C672CEA4-4EBE-4FCE-8C3A-C86860EC58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8357430"/>
              </p:ext>
            </p:extLst>
          </p:nvPr>
        </p:nvGraphicFramePr>
        <p:xfrm>
          <a:off x="1034433" y="1019548"/>
          <a:ext cx="10123133" cy="3552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11BBA907-92A9-4234-BD98-17773076D8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5467364"/>
              </p:ext>
            </p:extLst>
          </p:nvPr>
        </p:nvGraphicFramePr>
        <p:xfrm>
          <a:off x="955302" y="2092307"/>
          <a:ext cx="1020226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1086734B-7F8B-4CAE-97AD-611E6A71B8D5}"/>
              </a:ext>
            </a:extLst>
          </p:cNvPr>
          <p:cNvCxnSpPr>
            <a:cxnSpLocks/>
            <a:stCxn id="6" idx="3"/>
          </p:cNvCxnSpPr>
          <p:nvPr/>
        </p:nvCxnSpPr>
        <p:spPr>
          <a:xfrm flipH="1">
            <a:off x="6016870" y="2795594"/>
            <a:ext cx="5140696" cy="1011475"/>
          </a:xfrm>
          <a:prstGeom prst="bentConnector3">
            <a:avLst>
              <a:gd name="adj1" fmla="val -4447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DA8B064C-C006-4781-8837-988FC8AB071F}"/>
              </a:ext>
            </a:extLst>
          </p:cNvPr>
          <p:cNvCxnSpPr>
            <a:cxnSpLocks/>
            <a:endCxn id="7" idx="1"/>
          </p:cNvCxnSpPr>
          <p:nvPr/>
        </p:nvCxnSpPr>
        <p:spPr>
          <a:xfrm rot="10800000" flipV="1">
            <a:off x="955303" y="3807070"/>
            <a:ext cx="5061573" cy="994570"/>
          </a:xfrm>
          <a:prstGeom prst="bentConnector3">
            <a:avLst>
              <a:gd name="adj1" fmla="val 104516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67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2C32E83-D530-431A-A92C-866C6833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Ожидаемые результаты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A49B11-82A9-45E6-9161-65503AAE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  <a:endParaRPr lang="ru-RU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FABEA19-80BA-4DC8-A150-B011AAC4658B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Полностью рабочий конвертер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Автоматический перенос больших библиотек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Корректное отображение УГО в «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Схематоре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Корректное отображение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Footprint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«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ПлатФорм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Поддержка 3D-моделей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Журнал ошибок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Возможность пакетной конвертации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A3856E-B63D-6F2C-5DEB-3FD9DB128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990" y="703009"/>
            <a:ext cx="1831328" cy="113329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A1F914-570E-E61C-F0DE-988E43774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178" y="688501"/>
            <a:ext cx="1831329" cy="11332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117300-CE02-B866-856B-B2EB1CC23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434" y="1836302"/>
            <a:ext cx="1824884" cy="113161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F3BEB34-363E-9C01-3F60-009A5C0C12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911" y="1840030"/>
            <a:ext cx="1827596" cy="113329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5F48BC-BC8E-E8EB-D5A2-F28E3596CD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988" y="3002913"/>
            <a:ext cx="1848298" cy="114379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0BFBE2A-8B03-F4AF-627D-02933D2F5F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911" y="3005003"/>
            <a:ext cx="1889049" cy="116901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2962F50-233C-4955-C680-CB650D9AF9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177" y="4195106"/>
            <a:ext cx="1831330" cy="113329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5BA21AA-515A-CD96-AFCB-008A77801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434" y="4205695"/>
            <a:ext cx="1848299" cy="114379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D595550-2396-04E1-387C-B8755BD3AC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434" y="5357224"/>
            <a:ext cx="1831329" cy="113329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DAA0D21-056C-4D88-5BAB-AEB715E6DF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178" y="5349491"/>
            <a:ext cx="1831331" cy="113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94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2FBCD45-0399-4069-9D2B-D71312C3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Связанные проекты и развитие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379187-2805-4DE2-B198-FF7E24A22A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«Разработка конвертера библиотек </a:t>
            </a:r>
            <a:r>
              <a:rPr lang="ru-RU" b="1" dirty="0" err="1"/>
              <a:t>KiCad</a:t>
            </a:r>
            <a:r>
              <a:rPr lang="ru-RU" b="1" dirty="0"/>
              <a:t> → FreePCB2 (</a:t>
            </a:r>
            <a:r>
              <a:rPr lang="ru-RU" b="1" dirty="0" err="1"/>
              <a:t>Схематор</a:t>
            </a:r>
            <a:r>
              <a:rPr lang="ru-RU" b="1" dirty="0"/>
              <a:t> и </a:t>
            </a:r>
            <a:r>
              <a:rPr lang="ru-RU" b="1" dirty="0" err="1"/>
              <a:t>ПлатФорм</a:t>
            </a:r>
            <a:r>
              <a:rPr lang="ru-RU" b="1" dirty="0"/>
              <a:t>)» </a:t>
            </a:r>
            <a:r>
              <a:rPr lang="en-US" b="1" dirty="0"/>
              <a:t>#</a:t>
            </a:r>
            <a:r>
              <a:rPr lang="ru-RU" b="1" dirty="0"/>
              <a:t>2506</a:t>
            </a:r>
            <a:endParaRPr lang="ru-RU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AE9B9C0-6E31-4F65-9ED4-7589C52A832D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85898" y="2172184"/>
            <a:ext cx="532253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normAutofit fontScale="85000" lnSpcReduction="10000"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Параллельный проект:</a:t>
            </a:r>
            <a:r>
              <a:rPr lang="ru-RU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 Система сквозного проектирования печатных плат (</a:t>
            </a:r>
            <a:r>
              <a:rPr lang="en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FreePCB2 + </a:t>
            </a:r>
            <a:r>
              <a:rPr lang="en" sz="1800" b="0" i="0" u="none" strike="noStrike" dirty="0" err="1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NGSpice</a:t>
            </a:r>
            <a:r>
              <a:rPr lang="en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 + </a:t>
            </a:r>
            <a:r>
              <a:rPr lang="en" sz="1800" b="0" i="0" u="none" strike="noStrike" dirty="0" err="1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FreeRouting</a:t>
            </a:r>
            <a:r>
              <a:rPr lang="en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)</a:t>
            </a:r>
            <a:endParaRPr lang="en" sz="1800" b="1" i="0" u="none" strike="noStrike" dirty="0">
              <a:solidFill>
                <a:srgbClr val="0F2C68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Наш вклад:</a:t>
            </a:r>
            <a:r>
              <a:rPr lang="ru-RU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 расширение библиотек </a:t>
            </a:r>
            <a:r>
              <a:rPr lang="en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FreePCB2 </a:t>
            </a:r>
            <a:r>
              <a:rPr lang="ru-RU" sz="1800" b="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через конвертацию из </a:t>
            </a:r>
            <a:r>
              <a:rPr lang="en" sz="1800" b="0" i="0" u="none" strike="noStrike" dirty="0" err="1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KiCad</a:t>
            </a:r>
            <a:endParaRPr lang="en" sz="1800" b="1" i="0" u="none" strike="noStrike" dirty="0">
              <a:solidFill>
                <a:srgbClr val="0F2C68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Развитие в будущем: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F2C68"/>
                </a:solidFill>
                <a:latin typeface="Arial" panose="020B0604020202020204" pitchFamily="34" charset="0"/>
              </a:rPr>
              <a:t>Импорт отечественных элементов на основе 3</a:t>
            </a:r>
            <a:r>
              <a:rPr lang="en-US" sz="1800" dirty="0">
                <a:solidFill>
                  <a:srgbClr val="0F2C68"/>
                </a:solidFill>
                <a:latin typeface="Arial" panose="020B0604020202020204" pitchFamily="34" charset="0"/>
              </a:rPr>
              <a:t>D-</a:t>
            </a:r>
            <a:r>
              <a:rPr lang="ru-RU" sz="1800" dirty="0">
                <a:solidFill>
                  <a:srgbClr val="0F2C68"/>
                </a:solidFill>
                <a:latin typeface="Arial" panose="020B0604020202020204" pitchFamily="34" charset="0"/>
              </a:rPr>
              <a:t>моделей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Формирование </a:t>
            </a:r>
            <a:r>
              <a:rPr lang="ru-RU" sz="1800" i="0" u="none" strike="noStrike" dirty="0" err="1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футпринтов</a:t>
            </a:r>
            <a:r>
              <a:rPr lang="ru-RU" sz="180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 и УГО на основе 3</a:t>
            </a:r>
            <a:r>
              <a:rPr lang="en-US" sz="180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D-</a:t>
            </a:r>
            <a:r>
              <a:rPr lang="ru-RU" sz="180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моделей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F2C68"/>
                </a:solidFill>
                <a:latin typeface="Arial" panose="020B0604020202020204" pitchFamily="34" charset="0"/>
              </a:rPr>
              <a:t>Привязка 3</a:t>
            </a:r>
            <a:r>
              <a:rPr lang="en-US" sz="1800" dirty="0">
                <a:solidFill>
                  <a:srgbClr val="0F2C68"/>
                </a:solidFill>
                <a:latin typeface="Arial" panose="020B0604020202020204" pitchFamily="34" charset="0"/>
              </a:rPr>
              <a:t>D-</a:t>
            </a:r>
            <a:r>
              <a:rPr lang="ru-RU" sz="1800" dirty="0">
                <a:solidFill>
                  <a:srgbClr val="0F2C68"/>
                </a:solidFill>
                <a:latin typeface="Arial" panose="020B0604020202020204" pitchFamily="34" charset="0"/>
              </a:rPr>
              <a:t>моделей к конкретным библиотечным элементам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Интеграция конвертера в </a:t>
            </a:r>
            <a:r>
              <a:rPr lang="en-US" sz="1800" i="0" u="none" strike="noStrike" dirty="0">
                <a:solidFill>
                  <a:srgbClr val="0F2C68"/>
                </a:solidFill>
                <a:effectLst/>
                <a:latin typeface="Arial" panose="020B0604020202020204" pitchFamily="34" charset="0"/>
              </a:rPr>
              <a:t>GUI FreePCB2</a:t>
            </a:r>
            <a:endParaRPr lang="ru-RU" sz="1800" i="0" u="none" strike="noStrike" dirty="0">
              <a:solidFill>
                <a:srgbClr val="0F2C68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2" descr="схемАтор &amp; платФорм">
            <a:extLst>
              <a:ext uri="{FF2B5EF4-FFF2-40B4-BE49-F238E27FC236}">
                <a16:creationId xmlns:a16="http://schemas.microsoft.com/office/drawing/2014/main" id="{DD72E6BC-A8E9-5850-6062-78136ACAD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310" y="1772732"/>
            <a:ext cx="1842297" cy="106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A53A2E3C-D003-0F2A-F590-03A400756866}"/>
              </a:ext>
            </a:extLst>
          </p:cNvPr>
          <p:cNvSpPr txBox="1"/>
          <p:nvPr/>
        </p:nvSpPr>
        <p:spPr>
          <a:xfrm>
            <a:off x="6579925" y="2949327"/>
            <a:ext cx="2415069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1000" dirty="0">
                <a:solidFill>
                  <a:srgbClr val="0E2D69"/>
                </a:solidFill>
                <a:latin typeface="HSE Sans" panose="02000000000000000000" pitchFamily="50" charset="-52"/>
              </a:rPr>
              <a:t>Схематор &amp; ПлатФорм (FreePCB2)</a:t>
            </a:r>
          </a:p>
          <a:p>
            <a:pPr algn="ctr" defTabSz="685800">
              <a:spcBef>
                <a:spcPts val="750"/>
              </a:spcBef>
              <a:buClrTx/>
            </a:pPr>
            <a:r>
              <a:rPr lang="ru-RU" sz="1000" dirty="0">
                <a:solidFill>
                  <a:srgbClr val="0E2D69"/>
                </a:solidFill>
                <a:latin typeface="HSE Sans" panose="02000000000000000000" pitchFamily="50" charset="-52"/>
              </a:rPr>
              <a:t>Разработка схем и печатных плат</a:t>
            </a:r>
            <a:endParaRPr lang="en-US" sz="1000" dirty="0">
              <a:solidFill>
                <a:srgbClr val="0E2D69"/>
              </a:solidFill>
              <a:latin typeface="HSE Sans" panose="02000000000000000000" pitchFamily="50" charset="-52"/>
            </a:endParaRPr>
          </a:p>
        </p:txBody>
      </p:sp>
      <p:pic>
        <p:nvPicPr>
          <p:cNvPr id="9" name="Picture 4" descr="NGSPICE">
            <a:extLst>
              <a:ext uri="{FF2B5EF4-FFF2-40B4-BE49-F238E27FC236}">
                <a16:creationId xmlns:a16="http://schemas.microsoft.com/office/drawing/2014/main" id="{EFB689AF-8B26-29E5-B48D-4D80C1D70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274" y="1879798"/>
            <a:ext cx="1992196" cy="85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2AE0D719-698A-F9A5-AAD2-6A417B4B1701}"/>
              </a:ext>
            </a:extLst>
          </p:cNvPr>
          <p:cNvSpPr txBox="1"/>
          <p:nvPr/>
        </p:nvSpPr>
        <p:spPr>
          <a:xfrm>
            <a:off x="9099810" y="2998637"/>
            <a:ext cx="22811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dirty="0">
                <a:solidFill>
                  <a:srgbClr val="0E2D69"/>
                </a:solidFill>
                <a:latin typeface="HSE Sans" panose="02000000000000000000" pitchFamily="2" charset="0"/>
              </a:rPr>
              <a:t>NGSpice</a:t>
            </a:r>
            <a:endParaRPr lang="ru-RU" sz="10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algn="ctr"/>
            <a:r>
              <a:rPr lang="ru-RU" sz="1000" dirty="0">
                <a:solidFill>
                  <a:srgbClr val="0E2D69"/>
                </a:solidFill>
                <a:latin typeface="HSE Sans" panose="02000000000000000000" pitchFamily="2" charset="0"/>
              </a:rPr>
              <a:t>Моделирование и проверка схем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33387D-D532-F026-9791-E94329146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731" y="3918645"/>
            <a:ext cx="2151458" cy="663488"/>
          </a:xfrm>
          <a:prstGeom prst="rect">
            <a:avLst/>
          </a:prstGeom>
        </p:spPr>
      </p:pic>
      <p:sp>
        <p:nvSpPr>
          <p:cNvPr id="12" name="TextBox 14">
            <a:extLst>
              <a:ext uri="{FF2B5EF4-FFF2-40B4-BE49-F238E27FC236}">
                <a16:creationId xmlns:a16="http://schemas.microsoft.com/office/drawing/2014/main" id="{E8E2D584-B1BB-2697-4BFC-21C9FF8A4938}"/>
              </a:ext>
            </a:extLst>
          </p:cNvPr>
          <p:cNvSpPr txBox="1"/>
          <p:nvPr/>
        </p:nvSpPr>
        <p:spPr>
          <a:xfrm>
            <a:off x="6876280" y="5034506"/>
            <a:ext cx="1822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dirty="0">
                <a:solidFill>
                  <a:srgbClr val="0E2D69"/>
                </a:solidFill>
                <a:latin typeface="HSE Sans" panose="02000000000000000000" pitchFamily="2" charset="0"/>
              </a:rPr>
              <a:t>FreeRouting</a:t>
            </a:r>
            <a:endParaRPr lang="ru-RU" sz="10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algn="ctr"/>
            <a:r>
              <a:rPr lang="ru-RU" sz="1000" dirty="0">
                <a:solidFill>
                  <a:srgbClr val="0E2D69"/>
                </a:solidFill>
                <a:latin typeface="HSE Sans" panose="02000000000000000000" pitchFamily="2" charset="0"/>
              </a:rPr>
              <a:t>Автоматическая разводка дорожек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A3D252E-A5A4-A0BF-06A7-355927127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844" y="3617836"/>
            <a:ext cx="2191056" cy="1265106"/>
          </a:xfrm>
          <a:prstGeom prst="rect">
            <a:avLst/>
          </a:prstGeom>
        </p:spPr>
      </p:pic>
      <p:sp>
        <p:nvSpPr>
          <p:cNvPr id="17" name="TextBox 14">
            <a:extLst>
              <a:ext uri="{FF2B5EF4-FFF2-40B4-BE49-F238E27FC236}">
                <a16:creationId xmlns:a16="http://schemas.microsoft.com/office/drawing/2014/main" id="{E2F2E10D-877A-4050-A9F8-416998D7A4F8}"/>
              </a:ext>
            </a:extLst>
          </p:cNvPr>
          <p:cNvSpPr txBox="1"/>
          <p:nvPr/>
        </p:nvSpPr>
        <p:spPr>
          <a:xfrm>
            <a:off x="9329192" y="5034506"/>
            <a:ext cx="1822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dirty="0">
                <a:solidFill>
                  <a:srgbClr val="0E2D69"/>
                </a:solidFill>
                <a:latin typeface="HSE Sans" panose="02000000000000000000" pitchFamily="2" charset="0"/>
              </a:rPr>
              <a:t>Altium Designer</a:t>
            </a:r>
            <a:endParaRPr lang="ru-RU" sz="1000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15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D"/>
          <p:cNvSpPr txBox="1"/>
          <p:nvPr/>
        </p:nvSpPr>
        <p:spPr>
          <a:xfrm>
            <a:off x="610000" y="44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endParaRPr lang="ru-RU" sz="3600" dirty="0"/>
          </a:p>
        </p:txBody>
      </p:sp>
      <p:sp>
        <p:nvSpPr>
          <p:cNvPr id="5" name="Metric text"/>
          <p:cNvSpPr txBox="1"/>
          <p:nvPr/>
        </p:nvSpPr>
        <p:spPr>
          <a:xfrm>
            <a:off x="930000" y="1460000"/>
            <a:ext cx="2700000" cy="1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endParaRPr lang="ru-RU" sz="2100" dirty="0"/>
          </a:p>
        </p:txBody>
      </p:sp>
      <p:sp>
        <p:nvSpPr>
          <p:cNvPr id="7" name="Pipeline text"/>
          <p:cNvSpPr txBox="1"/>
          <p:nvPr/>
        </p:nvSpPr>
        <p:spPr>
          <a:xfrm>
            <a:off x="795346" y="2846754"/>
            <a:ext cx="4200000" cy="1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endParaRPr lang="ru-RU" sz="2050" dirty="0"/>
          </a:p>
        </p:txBody>
      </p:sp>
      <p:sp>
        <p:nvSpPr>
          <p:cNvPr id="10" name="Footer"/>
          <p:cNvSpPr txBox="1"/>
          <p:nvPr/>
        </p:nvSpPr>
        <p:spPr>
          <a:xfrm>
            <a:off x="610000" y="6480000"/>
            <a:ext cx="108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endParaRPr lang="ru-RU" sz="1150" dirty="0"/>
          </a:p>
        </p:txBody>
      </p:sp>
    </p:spTree>
    <p:extLst>
      <p:ext uri="{BB962C8B-B14F-4D97-AF65-F5344CB8AC3E}">
        <p14:creationId xmlns:p14="http://schemas.microsoft.com/office/powerpoint/2010/main" val="2844562933"/>
      </p:ext>
    </p:extLst>
  </p:cSld>
  <p:clrMapOvr>
    <a:masterClrMapping/>
  </p:clrMapOvr>
</p:sld>
</file>

<file path=ppt/theme/theme1.xml><?xml version="1.0" encoding="utf-8"?>
<a:theme xmlns:a="http://schemas.openxmlformats.org/drawingml/2006/main" name="02_HSE_Presentation_Shablon_ru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02_HSE_Presentation_Shablon_ru</Template>
  <TotalTime>102</TotalTime>
  <Words>593</Words>
  <Application>Microsoft Macintosh PowerPoint</Application>
  <PresentationFormat>Широкоэкранный</PresentationFormat>
  <Paragraphs>102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HSE Sans</vt:lpstr>
      <vt:lpstr>02_HSE_Presentation_Shablon_ru</vt:lpstr>
      <vt:lpstr>«Разработка конвертера библиотек KiCad → FreePCB2 (Схематор и ПлатФорм)» #2506</vt:lpstr>
      <vt:lpstr>Руководитель, команда и заказчик</vt:lpstr>
      <vt:lpstr>Описание проекта</vt:lpstr>
      <vt:lpstr>Актуальность </vt:lpstr>
      <vt:lpstr>Цель и задачи</vt:lpstr>
      <vt:lpstr>Образ конечного результата</vt:lpstr>
      <vt:lpstr>Этапы достижения результата</vt:lpstr>
      <vt:lpstr>Архитектура системы</vt:lpstr>
      <vt:lpstr>Ожидаемые результаты</vt:lpstr>
      <vt:lpstr>Связанные проекты и развитие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«Разработка конвертера библиотек KiCad → FreePCB2 (Схематор и ПлатФорм)»</dc:title>
  <dc:creator>Артём Шмарин</dc:creator>
  <cp:lastModifiedBy>Ehco Shadow</cp:lastModifiedBy>
  <cp:revision>22</cp:revision>
  <dcterms:created xsi:type="dcterms:W3CDTF">2026-06-03T18:43:19Z</dcterms:created>
  <dcterms:modified xsi:type="dcterms:W3CDTF">2026-06-16T21:33:36Z</dcterms:modified>
</cp:coreProperties>
</file>